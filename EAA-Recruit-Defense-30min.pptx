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563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3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93803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3716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EAA-Recruit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Recruitment Platform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2880360"/>
            <a:ext cx="1097280" cy="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0175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Year Project Defense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2976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Addis Ababa University · School of IT Engineering · May 2026</a:t>
            </a:r>
            <a:endParaRPr lang="en-US" sz="1200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5E956C12-7A81-A921-6545-C366F49757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69255" y="1905000"/>
            <a:ext cx="2943225" cy="2667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B2B5A8CB-9D8C-04DE-3205-EF81BFB8DD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35508" y="88925"/>
            <a:ext cx="2410718" cy="18160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54864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EAA-Recruit · Final Defense ·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0" y="4892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1887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Abdellah Teshome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303520" y="11887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ATE/0406/13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822960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6916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Abdurezak Zeynu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303520" y="16916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ATE/7317/13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194560"/>
            <a:ext cx="822960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1945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Biniam Dagne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303520" y="21945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ATE/1540/13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697480"/>
            <a:ext cx="822960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26974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Rehoboth Melaku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03520" y="26974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ATE/1745/13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200400"/>
            <a:ext cx="822960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2004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strike="sngStrike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Yared Yirgalem</a:t>
            </a:r>
            <a:endParaRPr lang="en-US" sz="1500" strike="sngStrike" dirty="0"/>
          </a:p>
        </p:txBody>
      </p:sp>
      <p:sp>
        <p:nvSpPr>
          <p:cNvPr id="21" name="Text 19"/>
          <p:cNvSpPr/>
          <p:nvPr/>
        </p:nvSpPr>
        <p:spPr>
          <a:xfrm>
            <a:off x="5303520" y="32004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strike="sngStrike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ATE/9061/13</a:t>
            </a:r>
            <a:endParaRPr lang="en-US" sz="1300" strike="sngStrike" dirty="0"/>
          </a:p>
        </p:txBody>
      </p:sp>
      <p:sp>
        <p:nvSpPr>
          <p:cNvPr id="22" name="Text 20"/>
          <p:cNvSpPr/>
          <p:nvPr/>
        </p:nvSpPr>
        <p:spPr>
          <a:xfrm>
            <a:off x="457200" y="4023360"/>
            <a:ext cx="216771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Advisor: Mr. Daniel Abebe</a:t>
            </a:r>
            <a:endParaRPr lang="en-US" sz="1400" dirty="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3B07C315-7332-7DE9-45F4-807E3C58A157}"/>
              </a:ext>
            </a:extLst>
          </p:cNvPr>
          <p:cNvSpPr/>
          <p:nvPr/>
        </p:nvSpPr>
        <p:spPr>
          <a:xfrm>
            <a:off x="2784144" y="4038600"/>
            <a:ext cx="5902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Examiners: Mr. Yared </a:t>
            </a:r>
            <a:r>
              <a:rPr lang="en-US" sz="1400" b="1" dirty="0" err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Yenealem</a:t>
            </a: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Dr. </a:t>
            </a:r>
            <a:r>
              <a:rPr lang="en-US" sz="1400" b="1" dirty="0" err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Elefelious</a:t>
            </a: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Getachew 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54864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EAA-Recruit · Final Defense ·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0" y="4892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365760" cy="36576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Motivation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754880" y="1097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1600200"/>
            <a:ext cx="365760" cy="36576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1600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54880" y="16002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Microservices, tech stack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2103120"/>
            <a:ext cx="365760" cy="36576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2103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754880" y="21031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scoring, exam engine, XAI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2606040"/>
            <a:ext cx="365760" cy="36576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606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97280" y="2606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Achievements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754880" y="26060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Race-condition fix, async pipelines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3108960"/>
            <a:ext cx="365760" cy="36576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108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97280" y="3108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Results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754880" y="31089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accuracy, performance, security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3611880"/>
            <a:ext cx="365760" cy="36576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611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97280" y="3611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754880" y="36118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48640" y="4114800"/>
            <a:ext cx="365760" cy="36576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4114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97280" y="4114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&amp; Q&amp;A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4754880" y="41148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walkthrough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54864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EAA-Recruit · Final Defense ·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0" y="4892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8229600" cy="68580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00584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recruitment is slow, biased, and opaque — recruiters spend 80% of their time on manual CV screening with no accountability trail.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874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0080" y="2194560"/>
            <a:ext cx="8046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CV review: ~6 minutes per resume, 250+ applicants per role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standardized assessment tied to the actual job requirements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hiring tools are black boxes — rejected candidates get no explanation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scheduling lives in chaotic email threads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bias in job descriptions discourages diverse applicants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411480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Goal: automate screening, examine fairly, explain every decision.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54864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EAA-Recruit · Final Defense ·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0" y="4892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137160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0058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834640" y="1005840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6-min manual CV review with sub-second semantic scoring.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137160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6916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834640" y="1691640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fair, role-specific exams with consistent AI grading.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377440"/>
            <a:ext cx="137160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377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834640" y="2377440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LIME-backed PDF for every decision (EU AI Act aligned).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137160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0632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Bias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834640" y="3063240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gendered/exclusionary language at job-creation time.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749040"/>
            <a:ext cx="137160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7490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834640" y="3749040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AI APIs — full data sovereignty with local Ollama.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 &amp; Our Contribution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54864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EAA-Recruit · Final Defense ·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0" y="4892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219456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Contribution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LinkedIn Recruiter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XAI, no data sovereignty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LIME explainability + local deployment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Workday ATS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Expensive, generic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Open-source, aviation-specific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for Jobs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exam engine, no grading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Role-specific exam + AI grading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Ethiopian job portals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Manual, no 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AI automation pipeline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Differentiators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0080" y="370332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Ethiopian aviation-specific AI recruitment platform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data sovereignty (local Ollama, no cloud APIs)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semantic CV scoring + AI-graded exam + LIME XAI in one pipeline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54864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EAA-Recruit · Final Defense ·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0" y="4892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28800" y="960120"/>
            <a:ext cx="5486400" cy="50292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9601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 ·  Recruiter / Candidate / Admin Portals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0" y="15087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HTTPS + JWT (HS512)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28800" y="1783080"/>
            <a:ext cx="5486400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0" y="17830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 — Core API
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· Jobs · Applications · Decisions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3774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REST + Key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37560" y="23774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REST + Key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217920" y="23774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JDBC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697480"/>
            <a:ext cx="246888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6974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Service
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SBERT · Ollama · LIME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337560" y="2697480"/>
            <a:ext cx="246888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26974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Engine
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· Gin · Redis Sessions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17920" y="2697480"/>
            <a:ext cx="246888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26974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
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· Redis 7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services  ·  Docker Compose  ·  HTTP/1.1 enforced inter-service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251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microservices?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560320" y="425196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scale per workload (AI ≠ exam ≠ API); language match per task (Java/Go/Python).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54864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EAA-Recruit · Final Defense ·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0" y="4892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8412480" cy="3621024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Rationale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Next.js 14 + TypeScript + Tailwind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SSR, type safety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 Boot 3 + Java 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Mature ecosystem, transactions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Service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 + Python 3.11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library ecosystem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 Engine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 1.22 + Gin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Goroutine concurrency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SBERT all-MiniLM-L6-v2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22M params, 384-dim, ~80ms/call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Ollama llama3.2 (local)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API cost, full sovereignty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LIME + ReportLab + matplotlib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Model-agnostic attribution → PDF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16 + Flyway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ACID, versioned migrations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Cache/Sessions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Redis 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Sub-ms exam state, OTP cache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JWT HS512, RBAC, BCrypt(10)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roles, service-to-service API keys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54864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EAA-Recruit · Final Defense ·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0" y="4892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029200" cy="2743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051560"/>
            <a:ext cx="46634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 ──&lt; job_postings ──&lt; applications ──&lt; exam_sessions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│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├── cv_relevance_score  (FLOAT)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├── exam_score          (FLOAT, 0-100)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├── final_score         (FLOAT, 0-100)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├── hard_filter_passed  (BOOLEAN)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├── xai_report_url      (TEXT)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├── decision_notes      (TEXT)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└── version             (@Version)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questions (per job)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type: MCQ | SHORT_ANSWER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correct_answer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 ideal_answer  (V12, used by LIME grader)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760720" y="960120"/>
            <a:ext cx="2926080" cy="77724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0" y="96012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Flyway Migrations
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 startup, tracked in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flyway_schema_history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760720" y="1828800"/>
            <a:ext cx="2926080" cy="86868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182880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Optimistic Locking
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@Version on applications.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Bypassed for async XAI save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native UPDATE query.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760720" y="2788920"/>
            <a:ext cx="2926080" cy="91440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0" y="278892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Pool
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HikariCP max=20, min=5.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 on candidate_id,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job_id, status, recruiter_id.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(3 roles): OTP cache · exam sessions · login lockout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CV Scoring (AI Service)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54864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EAA-Recruit · Final Defense ·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0" y="4892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097280"/>
            <a:ext cx="1508760" cy="822960"/>
          </a:xfrm>
          <a:prstGeom prst="rect">
            <a:avLst/>
          </a:prstGeom>
          <a:solidFill>
            <a:srgbClr val="F8FAFC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9728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Text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(PDF extracted)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011680" y="1097280"/>
            <a:ext cx="18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194560" y="1097280"/>
            <a:ext cx="1508760" cy="82296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94560" y="109728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SBERT Encoder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384-dim vector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703320" y="1097280"/>
            <a:ext cx="18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86200" y="1097280"/>
            <a:ext cx="1508760" cy="82296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86200" y="109728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94960" y="1097280"/>
            <a:ext cx="18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577840" y="1097280"/>
            <a:ext cx="1508760" cy="82296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77840" y="109728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Filter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(threshold)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086600" y="1097280"/>
            <a:ext cx="18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269480" y="1097280"/>
            <a:ext cx="1508760" cy="82296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69480" y="109728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/ FAIL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on DB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2103120"/>
            <a:ext cx="150876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21031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Description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103120" y="21031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also encoded via SBERT then compared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Details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0080" y="320040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sentence-transformers/all-MiniLM-L6-v2 (22M params, ~80ms/encode)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vectors L2-normalized → cosine sim = dot product, mapped to [0,1]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filter: configurable per-job threshold; default 0.35 (failed = no exam invite)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persisted as cv_relevance_score on applications table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Exam Engine (Go)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54864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EAA-Recruit · Final Defense ·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0" y="4892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2011680" cy="41148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515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BATCH_READY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606040" y="10515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→ /internal/exams/batch-ready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435608"/>
            <a:ext cx="20116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563EB"/>
                </a:solidFill>
              </a:rPr>
              <a:t>▼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645920"/>
            <a:ext cx="2011680" cy="41148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6459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PENDING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06040" y="16459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clicks Start Exam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029968"/>
            <a:ext cx="20116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563EB"/>
                </a:solidFill>
              </a:rPr>
              <a:t>▼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240280"/>
            <a:ext cx="2011680" cy="41148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2402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IN_PROGRESS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06040" y="22402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Timed questions served from Redis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2624328"/>
            <a:ext cx="20116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563EB"/>
                </a:solidFill>
              </a:rPr>
              <a:t>▼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834640"/>
            <a:ext cx="2011680" cy="41148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8346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SUBMITTED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606040" y="28346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Grading begins (MCQ instant, SA async)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3218688"/>
            <a:ext cx="20116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563EB"/>
                </a:solidFill>
              </a:rPr>
              <a:t>▼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429000"/>
            <a:ext cx="2011680" cy="41148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4290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COMPLETED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606040" y="34290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callback → Spring updates DB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52160" y="1051560"/>
            <a:ext cx="283464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52160" y="10515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Go?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035040" y="141732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Goroutines: cheap parallelism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binary: fast startup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stdlib for HTTP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WaitGroup: clean sync primitive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852160" y="2926080"/>
            <a:ext cx="2834640" cy="128016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52160" y="29260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stores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035040" y="32461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state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schedule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Authorized candidates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Achievement — Race Condition Fix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54864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EAA-Recruit · Final Defense ·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0" y="4892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4023360" cy="210312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515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(Broken)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41732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goroutine 1: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read → add 17.5 → publish ✓
</a:t>
            </a:r>
            <a:endParaRPr lang="en-US" sz="11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goroutine 2: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read → add 7.6  → publish ✗
</a:t>
            </a:r>
            <a:endParaRPr lang="en-US" sz="1100" dirty="0"/>
          </a:p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(duplicate, ignored)
</a:t>
            </a:r>
            <a:endParaRPr lang="en-US" sz="11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100" dirty="0"/>
          </a:p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score in DB: 17.5  ← WRONG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4023360" cy="21031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0515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(Fixed)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141732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WaitGroup collects ALL results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Mutex-protected result map
</a:t>
            </a:r>
            <a:endParaRPr lang="en-US" sz="11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wg.Wait()  // sync barrier
</a:t>
            </a:r>
            <a:endParaRPr lang="en-US" sz="11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Single atomic update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Single callback to Spring
</a:t>
            </a:r>
            <a:endParaRPr lang="en-US" sz="11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1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score in DB: 25.1  ← CORRECT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291840"/>
            <a:ext cx="8229600" cy="50292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29184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Pattern: collect-then-publish — all goroutines finish before any side effect fires.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931920"/>
            <a:ext cx="8229600" cy="6858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93192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wg.Wait()                                    // barrier — wait for all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g.finalizeSession(session, results)          // single atomic update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g.springClient.PublishExamCompleted(session) // called exactly once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— XAI Report (Explainable AI)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54864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EAA-Recruit · Final Defense ·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0" y="4892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50292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96012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(2024): automated hiring decisions MUST be explainable to candidates.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645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LIME Works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196596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random words in CV (300 samples)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each variant with SBERT vs job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local linear model on perturbations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top feature weights → top keywords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0" y="1645920"/>
            <a:ext cx="3657600" cy="1508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0" y="1691640"/>
            <a:ext cx="33832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"python":     +0.42,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"leadership": +0.31,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"java":       +0.18,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"teamwork":   +0.12 }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429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Report Contents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379476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379476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Breakdown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834640" y="3794760"/>
            <a:ext cx="5852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CV score, exam score, final score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041648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4041648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Chart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834640" y="4041648"/>
            <a:ext cx="5852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Top 10 keywords by LIME impact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288536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7240" y="4288536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Justification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834640" y="4288536"/>
            <a:ext cx="5852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Ollama generates 3-paragraph explanation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535424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" y="4535424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Filter Status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834640" y="4535424"/>
            <a:ext cx="5852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Pass/fail with threshold context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Delivery Pipeline (Async)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54864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EAA-Recruit · Final Defense ·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0" y="4892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1554480" cy="82296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09728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decision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28800" y="1097280"/>
            <a:ext cx="228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057400" y="1097280"/>
            <a:ext cx="1554480" cy="82296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57400" y="109728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@Async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non-blocking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11880" y="1097280"/>
            <a:ext cx="228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840480" y="1097280"/>
            <a:ext cx="1554480" cy="82296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0" y="109728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Service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 → PDF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94960" y="1097280"/>
            <a:ext cx="228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623560" y="1097280"/>
            <a:ext cx="1554480" cy="82296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23560" y="109728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SQL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78040" y="1097280"/>
            <a:ext cx="228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406640" y="1097280"/>
            <a:ext cx="1554480" cy="82296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06640" y="109728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streamed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browser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2194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0080" y="2560320"/>
            <a:ext cx="8046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Recruiter's decision response is INSTANT — XAI runs 5–15s in background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@Modifying @Query bypasses JPA optimistic lock (stale version problem)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ByteArrayResource proxy: Spring downloads then streams (not 302 redirect)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recruiter and candidate can download the same PDF (ownership check)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5–15s latency hidden from UX — user sees immediate success toast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Detection Module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54864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EAA-Recruit · Final Defense ·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0" y="4892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descriptions often contain gendered or exclusionary language that discourages diverse applicants before they apply.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3840480" cy="21945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011680"/>
            <a:ext cx="34747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/api/v1/bias/analyze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"jobDescription": "..." }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"biasScore": 0.72,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"flaggedTerms": [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"rockstar", "ninja",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"aggressive"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"suggestions": [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"high performer",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"expert",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"results-driven"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0" y="1920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54880" y="228600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at job creation — recruiter sees warning BEFORE posting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terms highlighted in UI with suggested alternatives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Categories: gendered_language, age, culture_fit_bias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threshold configurable by admin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Lexicon + simple rule-based scoring (~50ms)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54864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EAA-Recruit · Final Defense ·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0" y="4892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3931920" cy="1828800"/>
          </a:xfrm>
          <a:prstGeom prst="rect">
            <a:avLst/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515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User-Facing Auth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41732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HS512, signed by Spring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HS256/HS512 in exam-engine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roles: ADMIN, RECRUITER, CANDIDATE, INTERVIEWER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Annotations: @IsRecruiter, @IsCandidate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3931920" cy="1828800"/>
          </a:xfrm>
          <a:prstGeom prst="rect">
            <a:avLst/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0515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Service-to-Service Auth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41732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 → ai-service: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X-Internal-Api-Key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 → exam-engine: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X-Internal-Api-Key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exam-engine → ai-service: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X-Internal-Api-Key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8229600" cy="146304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Isolation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38328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sees only their own jobs' applications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accesses only their own applications/exams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report: both recruiter (job owner) and candidate (applicant) can access; admin cannot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User Flow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54864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EAA-Recruit · Final Defense ·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0" y="4892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320040" cy="3200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601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1005840"/>
            <a:ext cx="1371600" cy="2286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0058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23160" y="960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recruiter account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26480" y="9601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1417320"/>
            <a:ext cx="320040" cy="3200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417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4400" y="1463040"/>
            <a:ext cx="1371600" cy="2286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14630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423160" y="1417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job posting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26480" y="14173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analysis runs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1874520"/>
            <a:ext cx="320040" cy="3200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1874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4400" y="1920240"/>
            <a:ext cx="1371600" cy="2286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19202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423160" y="1874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+ uploads CV (PDF)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26480" y="18745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SBERT scoring → hard filter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2331720"/>
            <a:ext cx="320040" cy="3200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331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14400" y="2377440"/>
            <a:ext cx="1371600" cy="2286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23774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423160" y="2331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invitation if passed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126480" y="23317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BATCH_READY in exam-engine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2788920"/>
            <a:ext cx="320040" cy="3200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2788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14400" y="2834640"/>
            <a:ext cx="1371600" cy="2286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28346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423160" y="2788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timed exam (5 questions)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126480" y="2788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instant + SA via Ollama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3246120"/>
            <a:ext cx="320040" cy="3200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32461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14400" y="3291840"/>
            <a:ext cx="1371600" cy="2286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4400" y="32918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423160" y="3246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ranked applications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126480" y="32461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SELECTED/REJECTED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3703320"/>
            <a:ext cx="320040" cy="3200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3703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914400" y="3749040"/>
            <a:ext cx="1371600" cy="2286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14400" y="37490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2423160" y="3703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XAI PDF in background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126480" y="37033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 + LLM justification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57200" y="4160520"/>
            <a:ext cx="320040" cy="3200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4160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914400" y="4206240"/>
            <a:ext cx="1371600" cy="2286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14400" y="42062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2423160" y="4160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XAI PDF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126480" y="41605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transparency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Timeline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54864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EAA-Recruit · Final Defense ·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0" y="4892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sprints over 6 months · Dec 2025 → May 2026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109728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280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Core Platform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943600" y="1280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2025 – Jan 2026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1600200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1-4 · Spring Boot scaffold, JWT auth, Job CRUD, Application submit, V1-V5 migrations, Docker Compose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377440"/>
            <a:ext cx="109728" cy="9144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377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AI Features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943600" y="2377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– Mar 2026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2697480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5-9 · SBERT scoring, Go exam engine, Ollama grading, LIME XAI, Bias detection, V6-V12 migrations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109728" cy="9144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474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Polish &amp; Defense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943600" y="3474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– May 2026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3794760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10-13 · Admin panel, recruiter analytics, bug fixes, 215 test cases, full documentation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215 test cases executed · 148 hours estimated effort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Challenges Resolved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54864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EAA-Recruit · Final Defense ·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0" y="4892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8412480" cy="2962656"/>
        </p:xfrm>
        <a:graphic>
          <a:graphicData uri="http://schemas.openxmlformats.org/drawingml/2006/table">
            <a:tbl>
              <a:tblPr/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Challenge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JWT rejected by exam-engine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 only handled HS256; Spring signs HS512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Added HS512 case with sha512.New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HTTP/2 upgrade rejected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 default client tried h2, uvicorn rejects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JdkClientHttpRequestFactory + HTTP_1_1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Grading race condition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goroutines independently published callback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WaitGroup → single atomic update + publish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Optimistic lock on XAI save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Async thread had stale entity version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@Modifying @Query bypasses JPA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 returned 57 bytes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UrlResource didn't proxy FastAPI stream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RestClient download → ByteArrayResource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LazyInitializationException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@Async ran outside Hibernate session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Added @Transactional to buildAndStore()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fix was a distributed-systems problem in disguise.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Results — AI Accuracy Validation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54864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EAA-Recruit · Final Defense ·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0" y="4892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8412480" cy="3072384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Validation 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Relevance Scoring (SBERT cosine)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 (relevant) vs 0.21 (off-topic)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 Filter Decision 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Correctly gates exam access at threshold 0.35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MCQ Grading 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(deterministic string match)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Short-Answer Grading (SBERT + Ollama)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α=0.6: agreement with human grader on sample 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LIME Attribution Stability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 samples → consistent top-10 keywords across runs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Bias Detection (gendered terms)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Flagged "rockstar", "ninja", "aggressive" correctly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XAI PDF Generation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38KB PDF with attribution chart + justification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 AI validation tests: PASS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Results — Performance Validation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54864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EAA-Recruit · Final Defense ·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0" y="4892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8412480" cy="3127248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 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Scoring (SBERT encode + cosine)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~80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200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Response (95th percentile)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400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500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Page Load (Next.js SSR)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 – 1.8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2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LIME Attribution (300 samples)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– 8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15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Short-Answer Grading (Ollama)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– 5 s / question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8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 Generation (ReportLab)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3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Concurrent Exam Sessions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50+ verified (Redis-backed)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 Query (HikariCP pool=20)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Optimized (indexed)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Hardware: i7 dev laptop, 16 GB RAM, CPU-only inference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Results — Security Validation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54864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EAA-Recruit · Final Defense ·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0" y="4892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8412480" cy="3456432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Password Hashing (BCrypt round=10)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 — passwords never stored in plain text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JWT Validation (HS512)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Forged token rejected; tampered signature → 401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Unauthorized Access (RBAC matrix)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wrong-role calls → 403 (tested across roles)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Injection Protection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 Data JPA parameterized queries; no raw SQL with input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XSS Protection (React JSX escape)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input escaped by default; no dangerouslySetInnerHTML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API Key Protection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Missing/wrong header → 403 on all internal endpoints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 Management (Redis-backed)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Stateless JWT + Redis lockout; TTL enforced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Brute-Force Lockout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failed attempts → 15-min Redis block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in .env (gitignored); internal services on Docker network only.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Results — Integration Testing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54864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EAA-Recruit · Final Defense ·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0" y="4892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8412480" cy="34747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 Tested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↔ Backend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25 pages wired to real API; JWT round-trip works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Authentication &amp; Authorization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 → OTP → Login → role-routed; refresh persists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Resume Screening Engine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 → AI Service /score-cv; async update on application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 Posting Module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CRUD + status lifecycle (DRAFT→OPEN→CLOSED) verified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Applicant Tracking (Pipeline)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10-state lifecycle; Kanban drag-drop updates DB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 Engine ↔ AI Service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Short-answer grading: parallel goroutines, single callback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Connectivity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Flyway V1–V12 all run; HikariCP pool stable; Redis cache hits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Notification Service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OTP delivery via Gmail SMTP; async, non-blocking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API Integrations (3 services)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Spring↔AI, Spring↔Exam, Exam↔AI: all via X-Internal-Api-Key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9 integration scenarios: PASS  ·  Total test cases executed: 215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54864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EAA-Recruit · Final Defense ·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0" y="4892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91440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9601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Grading Quality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20440" y="96012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llama3.2 local model; accuracy not formally benchmarked against larger LLMs (GPT-4).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600200"/>
            <a:ext cx="91440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6002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Stress Load Testing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20440" y="16002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exam sessions tested to 50+; production-grade load test not performed.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240280"/>
            <a:ext cx="91440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240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Text Extraction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20440" y="224028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pdfminer.six requires text-layer PDFs; scanned/image-only CVs unsupported.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91440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8803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 Sample Size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520440" y="288036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samples balances speed (4–8s) vs stability; 2000+ would be more stable but slower.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520440"/>
            <a:ext cx="91440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5204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Threshold Calibration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520440" y="352044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Hard-filter threshold (0.35) tuned on small sample; needs production data for ROC tuning.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160520"/>
            <a:ext cx="91440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41605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Single-Tenant Only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520440" y="416052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multi-tenant isolation; one institution per deployment.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54864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EAA-Recruit · Final Defense ·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0" y="4892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393192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Grading Model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Domain-specific aviation Q&amp;A dataset to fine-tune SBERT/Ollama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1051560"/>
            <a:ext cx="393192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Interview Module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0916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Asynchronous video Q&amp;A with sentiment + content analysis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1965960"/>
            <a:ext cx="393192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011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A/B Testing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2286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calibration of hard-filter and bias thresholds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1965960"/>
            <a:ext cx="393192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2011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Deployment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09160" y="2286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autoscaling per service; production-grade observability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880360"/>
            <a:ext cx="393192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2926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Mobile App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4360" y="3200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— improve accessibility for low-end devices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0" y="2880360"/>
            <a:ext cx="393192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2926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Audit &amp; Export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09160" y="3200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log export + candidate right-to-be-forgotten flow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794760"/>
            <a:ext cx="393192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3840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SaaS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94360" y="4114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isolation (schema-per-tenant), per-tenant billing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0" y="3794760"/>
            <a:ext cx="393192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3840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Bias Audit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709160" y="4114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adversarial testing against known biased datasets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54864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EAA-Recruit · Final Defense ·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0" y="4892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137160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96012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&gt; Algorithmic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128016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production bugs were not in AI logic — they were in service coordination (race conditions, async transactions, protocol negotiation, version mismatches).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920240"/>
            <a:ext cx="137160" cy="8229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92024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is Architectural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224028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cannot be bolted on. Async pipeline, native SQL bypass, ByteArrayResource proxy — every choice was driven by the goal of fast UX + correct attribution.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137160" cy="8229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88036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LLMs Have Trade-offs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1520" y="320040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gave us data sovereignty but inconsistent grading. Hybrid SBERT+LLM (α=0.6) was the practical compromise — deterministic floor + LLM signal.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840480"/>
            <a:ext cx="137160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84048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 is the Hardest Part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31520" y="416052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condition fix took 2 days to diagnose; 30 lines to fix. WaitGroup pattern (collect-then-publish) is now our default for any goroutine-fan-out work.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54864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EAA-Recruit · Final Defense ·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0" y="4892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Delivered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4173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recruitment pipeline — job posting to hired/rejected decision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709928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17099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CV screening — semantic similarity, not keyword matching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002536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200253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standardized exam engine — timed, randomized, AI-graded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229514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229514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decisions — LIME attribution PDF, EU AI Act aligned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258775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25877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prevention — proactive analysis at job creation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288036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28803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 architecture — independent scale, language match per task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3172968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" y="317296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— JWT HS512, RBAC, internal API key isolation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611880"/>
            <a:ext cx="8229600" cy="91440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6576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hardest part wasn't the AI — it was making 5 distributed services behave reliably under async, concurrent, and failure conditions.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28016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4" name="Shape 2"/>
          <p:cNvSpPr/>
          <p:nvPr/>
        </p:nvSpPr>
        <p:spPr>
          <a:xfrm>
            <a:off x="731520" y="2286000"/>
            <a:ext cx="109728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4231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39319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 ·  github.com/hopeIsCo0l/eaa-recruit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251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EAA-Recruit — AI-Powered Recruitment Platform</a:t>
            </a:r>
            <a:endParaRPr 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0EB7B2-8964-7403-1243-002428FBEA6B}"/>
              </a:ext>
            </a:extLst>
          </p:cNvPr>
          <p:cNvSpPr txBox="1"/>
          <p:nvPr/>
        </p:nvSpPr>
        <p:spPr>
          <a:xfrm>
            <a:off x="4676633" y="568657"/>
            <a:ext cx="3789528" cy="3102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C2A7D50-8B04-C116-CF5D-F02DE68266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6691" y="568657"/>
            <a:ext cx="3498350" cy="402893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3082</Words>
  <Application>Microsoft Office PowerPoint</Application>
  <PresentationFormat>On-screen Show (16:9)</PresentationFormat>
  <Paragraphs>653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EAA-Recruit Final Defense</dc:title>
  <dc:subject>PptxGenJS Presentation</dc:subject>
  <dc:creator>EAA-Recruit Team</dc:creator>
  <cp:lastModifiedBy>Abdellah Fita</cp:lastModifiedBy>
  <cp:revision>2</cp:revision>
  <dcterms:created xsi:type="dcterms:W3CDTF">2026-05-28T02:40:24Z</dcterms:created>
  <dcterms:modified xsi:type="dcterms:W3CDTF">2026-05-28T03:09:17Z</dcterms:modified>
</cp:coreProperties>
</file>