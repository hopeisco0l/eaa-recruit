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0CA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Recruitment Platform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Year Project Defense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CV Screening</a:t>
            </a:r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  ·  </a:t>
            </a:r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Exam Engine</a:t>
            </a:r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  ·  </a:t>
            </a:r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AI Reports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recruitment is slow, biased, and opaque — recruiters spend 80% of their time on manual CV screening with no accountability trail.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Broken Today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CV review: ~6 min/resume, 250+ applicants/role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standardized skill assessment tied to role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tools are black boxes — no rejection explanations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 scheduling chaos via email threads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end-to-end platform that automates screening, examines candidates fairly, and explains every decision with LIME-backed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005840"/>
            <a:ext cx="6400800" cy="640080"/>
          </a:xfrm>
          <a:prstGeom prst="rect">
            <a:avLst/>
          </a:prstGeom>
          <a:solidFill>
            <a:srgbClr val="E8EA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— Recruiter Dashboard · Candidate Portal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HTTPS + JWT (HS512)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1965960"/>
            <a:ext cx="6400800" cy="7315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1965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3.x (Core API)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· Jobs · Applications · Interviews · Decisions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REST + API Key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REST + API Key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JDBC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560320" cy="9144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63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/ Python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SBERT + Ollama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3063240"/>
            <a:ext cx="2560320" cy="914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3063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Engine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+ Gin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Sessions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3063240"/>
            <a:ext cx="2560320" cy="9144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3063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16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Flyway Migrations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ACID Transactions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services  ·  Docker Compose  ·  HTTP/1.1 enforced inter-service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4023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14, TypeScript, Tailwind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SSR, type safety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Boot 3, Java 21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Mature ecosystem, transactions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Service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FastAPI, Python 3.11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ML library ecosystem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 Engine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 1.22, Gin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Goroutine concurrency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Embeddings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SBERT all-MiniLM-L6-v2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Fast, lightweight semantic model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 Grading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Ollama llama3.2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Local, no API cost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XAI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LIME library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Model-agnostic attribution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16, Flyway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ACID, versioned migrations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 HS512, RBAC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roles: ADMIN/RECRUITER/CANDIDATE/INTERVIEWER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 — CV Scoring (AI Service)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solidFill>
            <a:srgbClr val="E8EA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(PDF extracted)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48840" y="1097280"/>
            <a:ext cx="1463040" cy="8229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SBERT Encoder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384-dim vector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1463040" cy="8229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1097280"/>
            <a:ext cx="1463040" cy="8229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Filter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(threshold)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23760" y="1097280"/>
            <a:ext cx="1463040" cy="82296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/ FAIL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148840"/>
            <a:ext cx="1463040" cy="45720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148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Description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↗ also encoded via SBERT → compared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Details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Model: sentence-transformers/all-MiniLM-L6-v2 (22M params, ~80ms/call)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filter: configurable per-job threshold; fail = no exam invitation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stored: cv_relevance_score on applications table (0–1)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similarity, not keyword matching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 — Exam Engine (Go)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51560"/>
            <a:ext cx="1645920" cy="457200"/>
          </a:xfrm>
          <a:prstGeom prst="rect">
            <a:avLst/>
          </a:prstGeom>
          <a:solidFill>
            <a:srgbClr val="E8EA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051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BATCH_READY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051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calls /internal/exams/batch-ready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4904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709928"/>
            <a:ext cx="1645920" cy="4572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17099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17099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hits 'Start Exam'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148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368296"/>
            <a:ext cx="1645920" cy="4572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3682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23682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Timed questions from Redis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807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026664"/>
            <a:ext cx="1645920" cy="4572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02666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302666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begins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46557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685032"/>
            <a:ext cx="1645920" cy="45720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6850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3685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callback → DB updated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1051560"/>
            <a:ext cx="3108960" cy="2011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52160" y="14630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MCQ: instant scoring (no AI call)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SHORT_ANSWER: async goroutine pool → ai-service /grade-answer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WaitGroup synchronizes all results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0" y="3246120"/>
            <a:ext cx="3108960" cy="82296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3246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stores: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state, question schedule,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 candidates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Short-Answer Grading — Race Condition Fix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(Broken)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goroutine 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 → add 17.5 → publish ✓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goroutine 2: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 → add 7.6 → publish 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score: 17.5 ← WRONG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(Fixed)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WaitGroup collects ALL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Mutex-protected map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atomic update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callback to Spring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score: 25.1 ← CORRECT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2918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Key: Collect-then-publish pattern — all goroutines finish before any side-effect fires. sync.WaitGroup + sync.Mutex = deterministic result.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g.finalizeSession(session, results)  // single atomic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g.springClient.PublishExamCompleted(session)  // called exactly once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4 — XAI Report (Explainable AI)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AI Act (2024) mandates automated hiring decisions be explainable to candidates.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LIME Works Here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 random words in CV (300 samples)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each variant with SBERT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linear model on perturbations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top feature weights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3840480" cy="1508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00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"python": +0.42,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"leadership": +0.31,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"java": +0.18,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"teamwork": +0.12 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Output (PDF)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Breakdown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657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CV score, exam score, final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593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959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Chart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9593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Top 10 CV keywords by LIME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611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2611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Justification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42611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Ollama generates 3-paragraph explanation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628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562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Filter Status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456285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Pass/fail with threshold context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XAI Delivery Pipeline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1554480" cy="822960"/>
          </a:xfrm>
          <a:prstGeom prst="rect">
            <a:avLst/>
          </a:prstGeom>
          <a:solidFill>
            <a:srgbClr val="E8EA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57400" y="1097280"/>
            <a:ext cx="1554480" cy="8229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@Async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non-blocking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1554480" cy="8229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LIME → PDF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23560" y="1097280"/>
            <a:ext cx="1554480" cy="8229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2356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6640" y="1097280"/>
            <a:ext cx="1554480" cy="82296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streamed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browser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Recruiter's decision response is instant — XAI takes 5–15s in background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@Modifying @Query bypasses JPA optimistic lock (stale entity version)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ByteArrayResource proxy — Spring proxies PDF bytes (not redirect)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RestClient download replaces UrlResource (which returned 57 bytes)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393192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User-Facing Auth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HS512 signed by Spring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by exam-engine (dual HS256/HS512)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roles: SUPER_ADMIN, RECRUITER, CANDIDATE, INTERVIEWER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Role-scoped annotations: @IsRecruiter, @IsCandidate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Service-to-Service Auth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→ ai-service: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X-Internal-Api-Key header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→ exam-engine: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X-Internal-Api-Key header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exam-engine → ai-service: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X-Internal-Api-Key header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520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Isolation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 sees only their own jobs' applications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accesses only their own applications/exams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XAI report: both recruiter (owns job) and candidate (owns application) can access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Highlights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──&lt; jobs ──&lt; applications ──&lt; exam_sessions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├── cv_relevance_score  (FLOAT)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├── exam_score          (FLOAT, 0-100)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├── final_score         (FLOAT, 0-100)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├── hard_filter_passed  (BOOLEAN)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├── xai_report_url      (TEXT)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└── decision_notes      (TEXT)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(per job)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type: MCQ | SHORT_ANSWER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correct_answer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ideal_answer (added V12)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1005840"/>
            <a:ext cx="310896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005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Flyway Migrations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at startup, tracked in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flyway_schema_history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2194560"/>
            <a:ext cx="3108960" cy="10972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Optimistic Locking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@Version on applications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Bypassed for async XAI update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native UPDATE query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Technical Challenges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828800"/>
                <a:gridCol w="27432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Challenge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Solution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 rejected by exam-engine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 auth only handled HS256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Added HS512 case with sha512.New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HTTP/2 upgrade rejected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default client tried h2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JdkClientHttpRequestFactory + HTTP_1_1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Grading race condition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Two goroutines independently published callback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WaitGroup → single atomic update + publish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Optimistic lock on XAI save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Async thread had stale entity version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@Modifying @Query bypasses JPA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 returned 57 bytes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UrlResource didn't proxy stream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RestClient download → ByteArrayResource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LazyInitializationException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@Async ran outside Hibernate session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Added @Transactional to buildAndStore()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Detection Module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descriptions often contain gendered or exclusionary language that discourages diverse applicants before they even apply.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384048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/api/v1/bias/analyze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"jobDescription": "..."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"biasScore": 0.72,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"flaggedTerms": ["rockstar",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"ninja", "aggressive"],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"suggestions": ["high performer",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"expert", "results-driven"]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at job creation time — recruiter sees warning before posting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 terms highlighted in UI with suggested alternatives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threshold configurable by admin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Categories: gendered_language, culture_fit_bias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Demo Flow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86868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868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1920240" cy="1097280"/>
          </a:xfrm>
          <a:prstGeom prst="rect">
            <a:avLst/>
          </a:prstGeom>
          <a:solidFill>
            <a:srgbClr val="E8EA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creates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 account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868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1280160"/>
            <a:ext cx="1920240" cy="10972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 creates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posting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analysis runs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86868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868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1920240" cy="1097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registers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uploads CV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SBERT scoring → filter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86868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868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0" y="1280160"/>
            <a:ext cx="1920240" cy="10972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PASSED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invitation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BATCH_READY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269748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108960"/>
            <a:ext cx="1920240" cy="109728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takes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timed exam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MCQ + Short Answer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269748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31089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468880" y="3108960"/>
            <a:ext cx="1920240" cy="10972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68880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 sees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ranked dashboard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6888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decision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0" y="269748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63440" y="3108960"/>
            <a:ext cx="1920240" cy="109728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63440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XAI PDF generated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(async, LIME)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parties download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Validation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480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Scenario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CV scoring: relevant vs off-topic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Cosine sim correctly ranked (0.72 vs 0.21)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 filter: below threshold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Rejected before exam — correct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MCQ exam: 3/5 correct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Score 60% — correct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 grading: both answers graded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WaitGroup fix: single callback, correct sum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XAI report: PDF generated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38KB PDF, LIME attribution chart rendered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Auth: HS512 JWT in exam-engine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HS512 case added — verified working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(local dev)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40690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scoring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86000" y="4069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~80ms / application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270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LIME attribution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86000" y="4270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~4–8s (300 samples)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4714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grading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86000" y="44714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~2–5s / question (Ollama)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6725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generation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86000" y="467258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3931920" cy="22860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grading quality — llama3.2 local model; accuracy not benchmarked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load testing — concurrent sessions not stress-tested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parsing — scanned CVs unsupported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LIME samples — 300 is fast but less stable than 2000+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3931920" cy="22860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Fine-tuned grading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interview integration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A/B bias threshold testing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Kubernetes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mobile app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&amp; GDPR export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Delivered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recruitment pipeline — from job posting to hired/rejected decision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719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CV screening — semantic similarity, not keyword matching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0665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standardized assessment — exam engine with anti-cheat (timed, randomized)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414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4140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decisions — LIME attribution PDF, EU AI Act aligned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7614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prevention — proactive analysis at job creation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 architecture — each service scaled independently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456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4564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— JWT HS512, role-based, internal API key isolation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931920"/>
            <a:ext cx="54864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hardest part wasn't the AI — it was making 5 distributed services behave reliably under async, concurrent, and failure conditions. Every bug we fixed was a distributed systems problem in disguise.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0CA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0CA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EAA-Recruit — AI-Powered Recruitment Platform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EAA-Recruit: AI-Powered Recruitment Platform</dc:title>
  <dc:subject>PptxGenJS Presentation</dc:subject>
  <dc:creator>EAA-Recruit Team</dc:creator>
  <cp:lastModifiedBy>EAA-Recruit Team</cp:lastModifiedBy>
  <cp:revision>1</cp:revision>
  <dcterms:created xsi:type="dcterms:W3CDTF">2026-05-27T18:49:38Z</dcterms:created>
  <dcterms:modified xsi:type="dcterms:W3CDTF">2026-05-27T18:49:38Z</dcterms:modified>
</cp:coreProperties>
</file>